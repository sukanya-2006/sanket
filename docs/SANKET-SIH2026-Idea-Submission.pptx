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8961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1F4E79"/>
                </a:solidFill>
                <a:latin typeface="Arial"/>
              </a:rP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33856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"/>
              </a:rPr>
              <a:t>TITLE PAGE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74320"/>
            <a:ext cx="2130259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48840"/>
            <a:ext cx="105156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Problem Statement ID -  SIH26165</a:t>
            </a:r>
          </a:p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Problem Statement Title -  AI/NLP Engine to Detect Serious Injury &amp; Fatality (SIF) Precursors in OIL's Unsafe-Act / Unsafe-Condition and Near-Miss Reports</a:t>
            </a:r>
          </a:p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Theme -  Smart Automation</a:t>
            </a:r>
          </a:p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PS Category -  Software</a:t>
            </a:r>
          </a:p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Team ID -  ____</a:t>
            </a:r>
          </a:p>
          <a:p>
            <a:pPr algn="l">
              <a:spcAft>
                <a:spcPts val="1700"/>
              </a:spcAft>
            </a:pPr>
            <a:r>
              <a:rPr sz="1800" b="0">
                <a:solidFill>
                  <a:srgbClr val="1A1A1A"/>
                </a:solidFill>
                <a:latin typeface="Arial"/>
              </a:rPr>
              <a:t>•  Team Name (Registered on portal) -  Signal-0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23560"/>
            <a:ext cx="10543032" cy="56692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4E79"/>
                </a:solidFill>
                <a:latin typeface="Arial"/>
              </a:rPr>
              <a:t>Working prototype:   https://sanket-frontend.onrender.com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64592"/>
            <a:ext cx="1234440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46304"/>
            <a:ext cx="8229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IDEA TITLE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28016"/>
            <a:ext cx="1588011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F4E79"/>
                </a:solidFill>
                <a:latin typeface="Arial"/>
              </a:rPr>
              <a:t>SANKET  —  finding the reports that could have killed someone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8132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3852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A worker types or speaks a safety report. The AI reads it and asks three questions.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Is there a serious hazard?   Was a safety control missing or broken?   How bad could it have been?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If all three point the wrong way, the report is flagged and moves to the top of the queue.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050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OIL gets more reports than anyone can read carefully, so the dangerous ones get lost in the pile.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SANKET reads every one and reorders the pile. It never closes a report — a person still decides.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766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Three separate checks instead of one risk score, so you can see which one drove the answer.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If the AI is unreachable a small local model answers, and the screen says which one answered.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64592"/>
            <a:ext cx="1234440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46304"/>
            <a:ext cx="8229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28016"/>
            <a:ext cx="1588011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1440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2801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Frontend: React      Backend: FastAPI (Python)      Database: Supabase (PostgreSQL)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AI model: Groq GPT-OSS-20B      Backup model: TF-IDF + Logistic Regression, runs locally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Methodology and process for implementation (Flow Chart)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33472"/>
            <a:ext cx="21945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20116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Worker reports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typed or voice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88036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633472"/>
            <a:ext cx="21945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33472"/>
            <a:ext cx="20116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FastAPI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receives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4" y="288036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633472"/>
            <a:ext cx="2514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2633472"/>
            <a:ext cx="2331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E7A5E"/>
                </a:solidFill>
                <a:latin typeface="Arial"/>
              </a:rPr>
              <a:t>AI reads it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Groq GPT-OSS-20B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88036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2633472"/>
            <a:ext cx="204825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9176" y="2633472"/>
            <a:ext cx="186537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Three checks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hazard · control · severity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4930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31920"/>
            <a:ext cx="21945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931920"/>
            <a:ext cx="20116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HSE officer acts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dispatch or archive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90672" y="41788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7872" y="3931920"/>
            <a:ext cx="21945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3931920"/>
            <a:ext cx="2011679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Ranked queue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worst 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5584" y="41788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3931920"/>
            <a:ext cx="2514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3931920"/>
            <a:ext cx="2331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B43A2E"/>
                </a:solidFill>
                <a:latin typeface="Arial"/>
              </a:rPr>
              <a:t>Flagged or not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with its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536" y="41788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17736" y="3931920"/>
            <a:ext cx="204825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9176" y="3931920"/>
            <a:ext cx="186537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Saved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Arial"/>
              </a:rPr>
              <a:t>PostgreSQL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956048"/>
            <a:ext cx="5486400" cy="118872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120640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B43A2E"/>
                </a:solidFill>
                <a:latin typeface="Arial"/>
              </a:rPr>
              <a:t>WHEN IS IT FLAGGED?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Hazard yes  +  control missing or broken  +  could have been severe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5A5A"/>
                </a:solidFill>
                <a:latin typeface="Arial"/>
              </a:rPr>
              <a:t>All three, or it is not flagged.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4956048"/>
            <a:ext cx="4782312" cy="118872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120640"/>
            <a:ext cx="4343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C640C"/>
                </a:solidFill>
                <a:latin typeface="Arial"/>
              </a:rPr>
              <a:t>IF THE AI IS DOWN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The local backup model answers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A5A5A"/>
                </a:solidFill>
                <a:latin typeface="Arial"/>
              </a:rPr>
              <a:t>and the screen names which model did.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64592"/>
            <a:ext cx="1234440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46304"/>
            <a:ext cx="8229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28016"/>
            <a:ext cx="1588011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38988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Uses the safety reports OIL already writes — no new data collection needed.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No special hardware. Runs on an ordinary web server.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A working prototype is already built and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5292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3697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Every person writes a report differently.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Many reports never say whether a safety control was in place.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The AI service can be slow, busy or unavailable.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An AI answer nobody can check is not worth trusting.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74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358384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A written rulebook that both the AI and our human reviewers follow.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"Not stated" is a valid answer for the control question — we never guess.</a:t>
            </a:r>
          </a:p>
          <a:p>
            <a:pPr algn="l"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A local backup model, and every answer records which model produced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64592"/>
            <a:ext cx="1234440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46304"/>
            <a:ext cx="8229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28016"/>
            <a:ext cx="1588011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HSE officers read the dangerous reports first, not in the order they arrived.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Managers see which sites and shifts keep producing near-misses.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Workers get an answer in seconds, so reporting feels worth doing.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Social — a warning acted on before someone is hurt or killed.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Economic — less time screening reports by hand, fewer incidents, less downtime.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Environmental — the same failures that injure people also cause spills and leaks.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 Organisational — every judgement is recorded, so audits are straightforward.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559552"/>
            <a:ext cx="10543032" cy="69494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42432"/>
            <a:ext cx="10543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Safety Reports  →  Precursors Found  →  Priority  →  Early Action  →  Safer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64592"/>
            <a:ext cx="1234440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46304"/>
            <a:ext cx="8229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RESEARCH 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28016"/>
            <a:ext cx="1588011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26464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IOGP Life-Saving Rules — the hazard categories we tag against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DEKRA SIF Framework — serious injuries have identifiable precursors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EEI SIF Model — a precursor is a hazard with a missing or failed control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•  OSHA Severe Injury Reports — 30 real published narratives, used to test the system on writing nobody on our team wrote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4E79"/>
                </a:solidFill>
                <a:latin typeface="Arial"/>
              </a:rPr>
              <a:t>How we tested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2277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150 safety reports written for this prototype, each reviewed by two people using the same rulebook.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On a 38-report sample the two reviewers worked separately and agreed 97% of the time (Cohen's kappa 0.947).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No system should claim to be more consistent than the people who made its labels.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 Our simple backup model scores F1 0.75. The AI model is being re-measured after we found and fixed a flaw in our own test setup.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596128"/>
            <a:ext cx="10543032" cy="65836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70585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Live prototype:  https://sanket-frontend.onrender.com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GitHub:  SANKET — AI-powered SIF precursor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